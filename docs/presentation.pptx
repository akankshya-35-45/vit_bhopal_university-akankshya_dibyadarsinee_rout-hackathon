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RiskPulse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AI/NLP Financial Risk Intelligence Engine</a:t>
            </a:r>
          </a:p>
          <a:p>
            <a:pPr>
              <a:spcAft>
                <a:spcPts val="1200"/>
              </a:spcAft>
              <a:defRPr sz="2400"/>
            </a:pPr>
            <a:r>
              <a:t>Strategic Portfolio Stress Testing — Module B</a:t>
            </a:r>
          </a:p>
          <a:p>
            <a:pPr>
              <a:spcAft>
                <a:spcPts val="1200"/>
              </a:spcAft>
              <a:defRPr sz="2400"/>
            </a:pPr>
            <a:r>
              <a:t>Akankshya Dibyadarsinee Rout | VIT Bhopal University</a:t>
            </a:r>
          </a:p>
          <a:p>
            <a:pPr>
              <a:spcAft>
                <a:spcPts val="1200"/>
              </a:spcAft>
              <a:defRPr sz="2400"/>
            </a:pPr>
            <a:r>
              <a:t>S&amp;P Global &amp; CRISIL Campus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2. Problem &amp;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Financial risk can emerge first as unstructured language in news and social-media discussion.</a:t>
            </a:r>
          </a:p>
          <a:p>
            <a:pPr>
              <a:spcAft>
                <a:spcPts val="1200"/>
              </a:spcAft>
              <a:defRPr sz="2000"/>
            </a:pPr>
            <a:r>
              <a:t>RiskPulse AI converts this text into structured sentiment, event and impact signals.</a:t>
            </a:r>
          </a:p>
          <a:p>
            <a:pPr>
              <a:spcAft>
                <a:spcPts val="1200"/>
              </a:spcAft>
              <a:defRPr sz="2000"/>
            </a:pPr>
            <a:r>
              <a:t>The downstream Module B consumes high-impact events and runs a transparent portfolio stress scenario.</a:t>
            </a:r>
          </a:p>
          <a:p>
            <a:pPr>
              <a:spcAft>
                <a:spcPts val="1200"/>
              </a:spcAft>
              <a:defRPr sz="2000"/>
            </a:pPr>
            <a:r>
              <a:t>The design prioritizes reproducibility, traceability and an end-to-end working prototype.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GDELT / optional NewsAPI → ingestion → hybrid NLP risk engine → structured risk signal → Module B stress test → Streamlit dashboard.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106984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4. Implementation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Hybrid NLP: VADER sentiment + domain-specific event taxonomy + transparent impact scoring.</a:t>
            </a:r>
          </a:p>
          <a:p>
            <a:pPr>
              <a:spcAft>
                <a:spcPts val="1200"/>
              </a:spcAft>
              <a:defRPr sz="2000"/>
            </a:pPr>
            <a:r>
              <a:t>Event classes include Geopolitical, Macroeconomic, Credit Event, M&amp;A, Regulatory, Product Launch and Earnings.</a:t>
            </a:r>
          </a:p>
          <a:p>
            <a:pPr>
              <a:spcAft>
                <a:spcPts val="1200"/>
              </a:spcAft>
              <a:defRPr sz="2000"/>
            </a:pPr>
            <a:r>
              <a:t>Synthetic portfolio covers equities, bonds, loans and derivatives.</a:t>
            </a:r>
          </a:p>
          <a:p>
            <a:pPr>
              <a:spcAft>
                <a:spcPts val="1200"/>
              </a:spcAft>
              <a:defRPr sz="2000"/>
            </a:pPr>
            <a:r>
              <a:t>FastAPI exposes the risk engine as a machine-readable endpoint.</a:t>
            </a:r>
          </a:p>
          <a:p>
            <a:pPr>
              <a:spcAft>
                <a:spcPts val="1200"/>
              </a:spcAft>
              <a:defRPr sz="2000"/>
            </a:pPr>
            <a:r>
              <a:t>Streamlit provides live ingestion, signal inspection and stress-test visualization.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5. Key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End-to-end pipeline converts unstructured text into structured risk signals.</a:t>
            </a:r>
          </a:p>
          <a:p>
            <a:pPr>
              <a:spcAft>
                <a:spcPts val="1200"/>
              </a:spcAft>
              <a:defRPr sz="2000"/>
            </a:pPr>
            <a:r>
              <a:t>Dashboard surfaces high-impact events and event distribution.</a:t>
            </a:r>
          </a:p>
          <a:p>
            <a:pPr>
              <a:spcAft>
                <a:spcPts val="1200"/>
              </a:spcAft>
              <a:defRPr sz="2000"/>
            </a:pPr>
            <a:r>
              <a:t>Stress test reports portfolio value before/after, simulated P&amp;L and asset-level impact.</a:t>
            </a:r>
          </a:p>
          <a:p>
            <a:pPr>
              <a:spcAft>
                <a:spcPts val="1200"/>
              </a:spcAft>
              <a:defRPr sz="2000"/>
            </a:pPr>
            <a:r>
              <a:t>All synthetic demo data is included in the repository for reproducibility.</a:t>
            </a:r>
          </a:p>
          <a:p>
            <a:pPr>
              <a:spcAft>
                <a:spcPts val="1200"/>
              </a:spcAft>
              <a:defRPr sz="2000"/>
            </a:pPr>
            <a:r>
              <a:t>Scenario shocks are explicitly illustrative assumptions, not investment advice.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6. Domain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Creates a standardized risk-intelligence layer between unstructured information and downstream risk workflows.</a:t>
            </a:r>
          </a:p>
          <a:p>
            <a:pPr>
              <a:spcAft>
                <a:spcPts val="1200"/>
              </a:spcAft>
              <a:defRPr sz="2000"/>
            </a:pPr>
            <a:r>
              <a:t>Provides traceability: source → text → classification → impact → portfolio effect.</a:t>
            </a:r>
          </a:p>
          <a:p>
            <a:pPr>
              <a:spcAft>
                <a:spcPts val="1200"/>
              </a:spcAft>
              <a:defRPr sz="2000"/>
            </a:pPr>
            <a:r>
              <a:t>Can support rapid scenario analysis when event severity crosses a configurable threshold.</a:t>
            </a:r>
          </a:p>
          <a:p>
            <a:pPr>
              <a:spcAft>
                <a:spcPts val="1200"/>
              </a:spcAft>
              <a:defRPr sz="2000"/>
            </a:pPr>
            <a:r>
              <a:t>Production path: financial event model, entity linking, streaming, confidence calibration, historical scenario calibration and monitoring.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7. Limitations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Current event/impact logic is a transparent hybrid MVP rather than a fully trained financial foundation model.</a:t>
            </a:r>
          </a:p>
          <a:p>
            <a:pPr>
              <a:spcAft>
                <a:spcPts val="1200"/>
              </a:spcAft>
              <a:defRPr sz="2000"/>
            </a:pPr>
            <a:r>
              <a:t>Synthetic social and portfolio data are used for reproducibility and confidentiality.</a:t>
            </a:r>
          </a:p>
          <a:p>
            <a:pPr>
              <a:spcAft>
                <a:spcPts val="1200"/>
              </a:spcAft>
              <a:defRPr sz="2000"/>
            </a:pPr>
            <a:r>
              <a:t>Production deployment would require authorized feeds, calibrated risk models, validation and governance.</a:t>
            </a:r>
          </a:p>
          <a:p>
            <a:pPr>
              <a:spcAft>
                <a:spcPts val="1200"/>
              </a:spcAft>
              <a:defRPr sz="2000"/>
            </a:pPr>
            <a:r>
              <a:t>Next: fine-tuned financial NLP, event deduplication, confidence scores, streaming infrastructure and model monitoring.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